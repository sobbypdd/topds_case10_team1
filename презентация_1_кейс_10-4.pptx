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d45ba0f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92d45ba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2d45ba0fc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92d45ba0f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2d45ba0f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2d45ba0f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01958" y="1800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>
                <a:latin typeface="Helvetica Neue"/>
                <a:ea typeface="Helvetica Neue"/>
                <a:cs typeface="Helvetica Neue"/>
                <a:sym typeface="Helvetica Neue"/>
              </a:rPr>
              <a:t>Анализ отзывов на Яндекс.Картах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1754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Торговые центры Москвы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450600" y="3232975"/>
            <a:ext cx="36147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выполнила Команда #1: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ru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Дубовицкий Александр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ru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Кириллов Георгий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ru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Агеев Никита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ru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Лебедев Александр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ru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Ким Артём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3579075"/>
            <a:ext cx="37147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9000" y="3813225"/>
            <a:ext cx="531825" cy="5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297685" y="32420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latin typeface="Helvetica Neue"/>
                <a:ea typeface="Helvetica Neue"/>
                <a:cs typeface="Helvetica Neue"/>
                <a:sym typeface="Helvetica Neue"/>
              </a:rPr>
              <a:t>Цели проекта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78098" y="1269746"/>
            <a:ext cx="18614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Сбор данных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889799" y="2203702"/>
            <a:ext cx="3809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Реализация структуры данных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915598" y="3127119"/>
            <a:ext cx="61927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ru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Использование Yandex Datalens для анализа данных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907676" y="4025726"/>
            <a:ext cx="5941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ru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Анализ закономерностей (оценок от сезонов года)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297845" y="3341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latin typeface="Helvetica Neue"/>
                <a:ea typeface="Helvetica Neue"/>
                <a:cs typeface="Helvetica Neue"/>
                <a:sym typeface="Helvetica Neue"/>
              </a:rPr>
              <a:t>Задачи проекта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225" y="1201197"/>
            <a:ext cx="7033549" cy="33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297845" y="32726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Сбор данных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188" y="2000250"/>
            <a:ext cx="26193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3274950" y="2019000"/>
            <a:ext cx="2594100" cy="110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6213" y="1714650"/>
            <a:ext cx="3428403" cy="1714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04771" y="32726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Сбор данных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400041"/>
            <a:ext cx="3343275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1600200" y="938406"/>
            <a:ext cx="1524175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reviews.json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096000" y="938406"/>
            <a:ext cx="1345161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places.json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1400041"/>
            <a:ext cx="4047402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8610600" y="1341159"/>
            <a:ext cx="1066800" cy="347835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61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Структура данных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33500"/>
            <a:ext cx="71818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105150"/>
            <a:ext cx="7181850" cy="1314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361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Структура данных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1325" y="1352550"/>
            <a:ext cx="4621350" cy="29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61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Анализ данных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17725"/>
            <a:ext cx="412952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6027" y="1419200"/>
            <a:ext cx="4397972" cy="341949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4768450" y="1053275"/>
            <a:ext cx="438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зависимость кол-ва отзывов от среднего значения оценок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361950"/>
            <a:ext cx="8520600" cy="692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500"/>
              <a:t>Анализ данных</a:t>
            </a:r>
            <a:endParaRPr sz="2500"/>
          </a:p>
        </p:txBody>
      </p:sp>
      <p:sp>
        <p:nvSpPr>
          <p:cNvPr id="118" name="Google Shape;118;p21"/>
          <p:cNvSpPr txBox="1"/>
          <p:nvPr/>
        </p:nvSpPr>
        <p:spPr>
          <a:xfrm>
            <a:off x="4831175" y="978300"/>
            <a:ext cx="438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зависимость средней оценки от сезона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10" y="1238675"/>
            <a:ext cx="4319190" cy="346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1174" y="1301400"/>
            <a:ext cx="4160426" cy="355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160225" y="978300"/>
            <a:ext cx="438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зависимость средней оценки от года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361950"/>
            <a:ext cx="8520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500"/>
              <a:t>Анализ данных</a:t>
            </a:r>
            <a:endParaRPr sz="2500"/>
          </a:p>
        </p:txBody>
      </p:sp>
      <p:sp>
        <p:nvSpPr>
          <p:cNvPr id="127" name="Google Shape;127;p22"/>
          <p:cNvSpPr txBox="1"/>
          <p:nvPr/>
        </p:nvSpPr>
        <p:spPr>
          <a:xfrm>
            <a:off x="4831175" y="978300"/>
            <a:ext cx="438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зависимость </a:t>
            </a:r>
            <a:r>
              <a:rPr lang="ru" sz="900">
                <a:solidFill>
                  <a:schemeClr val="dk1"/>
                </a:solidFill>
              </a:rPr>
              <a:t>количества оценок от сезона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160225" y="978300"/>
            <a:ext cx="438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зависимость </a:t>
            </a:r>
            <a:r>
              <a:rPr lang="ru" sz="900">
                <a:solidFill>
                  <a:schemeClr val="dk1"/>
                </a:solidFill>
              </a:rPr>
              <a:t>количества оценок от месяца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3800"/>
            <a:ext cx="4473644" cy="35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6994" y="1568475"/>
            <a:ext cx="4213156" cy="3307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61950"/>
            <a:ext cx="8520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500"/>
              <a:t>Анализ данных</a:t>
            </a:r>
            <a:endParaRPr sz="2500"/>
          </a:p>
        </p:txBody>
      </p:sp>
      <p:sp>
        <p:nvSpPr>
          <p:cNvPr id="136" name="Google Shape;136;p23"/>
          <p:cNvSpPr txBox="1"/>
          <p:nvPr/>
        </p:nvSpPr>
        <p:spPr>
          <a:xfrm>
            <a:off x="4831175" y="978300"/>
            <a:ext cx="438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зависимость </a:t>
            </a:r>
            <a:r>
              <a:rPr lang="ru" sz="900">
                <a:solidFill>
                  <a:schemeClr val="dk1"/>
                </a:solidFill>
              </a:rPr>
              <a:t>расстояния от Москвы относительно среднего рейтинга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160225" y="978300"/>
            <a:ext cx="438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зависимость </a:t>
            </a:r>
            <a:r>
              <a:rPr lang="ru" sz="900">
                <a:solidFill>
                  <a:schemeClr val="dk1"/>
                </a:solidFill>
              </a:rPr>
              <a:t>количества оценок от года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3800"/>
            <a:ext cx="4492193" cy="3494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5893" y="1558500"/>
            <a:ext cx="4194606" cy="3285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Визуализация данных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09050"/>
            <a:ext cx="8839197" cy="284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361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Выводы</a:t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914400" y="1276350"/>
            <a:ext cx="3456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Постепенный рост рейтинга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914400" y="2202418"/>
            <a:ext cx="27638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Хорошие показатели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914400" y="3105150"/>
            <a:ext cx="70599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Высокая оценка пропорциональна большому кол–ву отзывов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914400" y="4063484"/>
            <a:ext cx="2912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4</a:t>
            </a: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“Взрыв” оценок при 5.0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